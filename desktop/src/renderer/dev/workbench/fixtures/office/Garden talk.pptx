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Spring at the Garden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Neighbourhood association · March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 raised beds</a:t>
            </a:r>
          </a:p>
          <a:p>
            <a:r>
              <a:t>A repaired east fence</a:t>
            </a:r>
          </a:p>
          <a:p>
            <a:r>
              <a:t>A shared tool shed shelf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Seed starting</a:t>
            </a:r>
          </a:p>
          <a:p>
            <a:r>
              <a:t>Composting basics</a:t>
            </a:r>
          </a:p>
          <a:p>
            <a:r>
              <a:t>Watering without waste</a:t>
            </a:r>
          </a:p>
          <a:p>
            <a:r>
              <a:t>Kids planting 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 up for one Saturday</a:t>
            </a:r>
          </a:p>
          <a:p>
            <a:r>
              <a:t>Bring a friend</a:t>
            </a:r>
          </a:p>
          <a:p>
            <a:r>
              <a:t>Share the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